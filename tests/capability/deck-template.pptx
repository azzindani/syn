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263B-BF12-29EC-2B18-D14BD56CA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8163C-ED27-1DDE-0272-ED9B6EC3C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1C88-D690-BA4F-FBF5-924EACA5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C60D-3A3C-C3FA-8554-6B10D5AF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C74ED-64B0-337B-58D8-988AA32F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449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0E4D-8631-5CCD-32F2-4A9216AA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4FF9-4DF2-F5AF-C6F9-7C3B1058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D969-2ACD-CDF3-ADAB-67B2D971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48BE-00C8-BAEB-4558-0F520288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24C4-1133-F1FA-223D-B491FEBE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282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9ACC-5BF4-E139-434A-B04F9953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BFE70-48B8-2C79-D8CD-AB0D86F2B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F8FE-531A-55F5-4729-BD1A7B07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28E3A-0D75-4F15-6C32-E82CE39A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3E0D3-6728-41FB-9458-A1A5BFF5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721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2D0A-6160-38A7-EEEC-AC6D2218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65BB8-5F8A-355C-B49C-B1C64C225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4535C-B258-164F-405A-FD4BE4E88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ACAB8-3A64-C261-573B-33740323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BE3B5-B17F-B74D-0291-AAD73BBB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7073A-D60C-AE76-A1A8-825AB79E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94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6253-A4BB-6D89-8DFF-A5DF3202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A7DE8-A552-7BDD-B0C3-CFCBA10BC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0AE20-05F6-9DCE-5F1B-031560903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BB684-40FA-E7A7-58AE-A0F2812E7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07867-9853-782A-9244-12BA9018F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C3FFD-288C-94F3-1153-7FC157B55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C862E-16C7-642C-940F-192735A0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15F3E-DE3F-B376-BF13-B5BAC077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793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01FB-E5AF-D285-50E5-B39473914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6B60C-2C0F-D741-A7F3-11521A87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5E7F0-5983-C4E8-31E4-F6074579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20BB8-73AC-DE39-9EB4-6BE973FE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939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FB6F9-BA1B-E3D9-B2A2-10C01B65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1A54B-4F2A-6FC5-4388-76213E51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908EC-D948-3709-74A5-337BE04F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404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8836-8853-F15C-9DF9-69690B83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A9AF-3B04-C5C2-3C13-BD3FC29EA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C6F89-45EE-110F-FBF6-96A805028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300E8-1152-2F8E-F79C-5C6428B2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97FB2-3EBD-9CAE-1980-63D4C985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FFFD9-6C9C-BE8C-199A-E2D27A53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080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7F65-77BA-C6E6-0AC6-25B28140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B5790-7323-8055-9978-45DB07822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F4435-2A25-3E94-CC64-49B23992A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28B4A-4B78-217C-D30C-F26EBE6D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16258-0F7E-A7EA-43A6-EBA7169E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51713-E2CC-ADF6-081B-1BB552DC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336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92B6-E258-91BE-6A18-A8574D10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EF7AC-DFB4-97B3-02E7-43D267694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B2440-D0FB-48D5-7F08-E718D19D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4DCF-3B00-86F5-37ED-A455AE47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45173-82A0-973F-BC26-D7D8C1CF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813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40C30-6F41-D365-A478-86B528B04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49EBC-C167-DA15-76DC-FEB2EFF7B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5DB3-46D4-500B-1B04-2A334D7C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D00A-52D9-9772-CBAF-1901416E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F451E-48A9-42FB-306D-4D14E006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836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23C63-ACC3-954B-0B36-6219C2F6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B28A3-0430-D65E-A33E-C24D4E7C3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ACE7D-175B-DDBB-9C80-651162393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B917-8AF6-4FA5-A722-DCD0CCEAF3EB}" type="datetimeFigureOut">
              <a:rPr lang="en-ID" smtClean="0"/>
              <a:t>19/09/2026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1167-D39F-9B07-9BAA-F2F50596C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8069C-B0DE-5796-65FF-67D48ABC1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7099-5DD9-473E-A26E-1B7F69764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719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i</dc:creator>
  <cp:lastModifiedBy>dan i</cp:lastModifiedBy>
  <cp:revision>1</cp:revision>
  <dcterms:created xsi:type="dcterms:W3CDTF">2026-09-19T15:04:53Z</dcterms:created>
  <dcterms:modified xsi:type="dcterms:W3CDTF">2026-09-19T15:04:53Z</dcterms:modified>
</cp:coreProperties>
</file>